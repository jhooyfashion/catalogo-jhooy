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737360"/>
          </a:xfrm>
          <a:prstGeom prst="rect">
            <a:avLst/>
          </a:prstGeom>
          <a:solidFill>
            <a:srgbClr val="0A2260"/>
          </a:solidFill>
          <a:ln/>
        </p:spPr>
      </p:sp>
      <p:pic>
        <p:nvPicPr>
          <p:cNvPr id="3" name="Image 0" descr="/mnt/user-data/uploads/ChatGPT_Image_11_de_jul__de_2026__15_44_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74236" y="1234440"/>
            <a:ext cx="3840480" cy="3840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32004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spc="600" kern="0" dirty="0">
                <a:solidFill>
                  <a:srgbClr val="E7D2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CATÁLOGO OFICIAL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0" y="5166360"/>
            <a:ext cx="12188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22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Atacado &amp; Varejo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0" y="580644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Moda íntima com qualidade, elegância e preço para revender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2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Como funciona a compra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Simples, rápido e vantajoso — para você que compra 1 peça ou várias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429000" cy="4160520"/>
          </a:xfrm>
          <a:prstGeom prst="roundRect">
            <a:avLst>
              <a:gd name="adj" fmla="val 3200"/>
            </a:avLst>
          </a:prstGeom>
          <a:solidFill>
            <a:srgbClr val="F4F5F7"/>
          </a:solidFill>
          <a:ln w="12700">
            <a:solidFill>
              <a:srgbClr val="D9DC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8745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🛍️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77240" y="25146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spc="200" kern="0" dirty="0">
                <a:solidFill>
                  <a:srgbClr val="0A22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VAREJO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77240" y="301752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 a partir de 1 peça. Ideal para uso pessoal ou presente.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77240" y="393192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Preço unitário na etiqueta de cada produto</a:t>
            </a:r>
            <a:endParaRPr lang="en-US" sz="1100" dirty="0"/>
          </a:p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quantidade mínima</a:t>
            </a:r>
            <a:endParaRPr lang="en-US" sz="1100" dirty="0"/>
          </a:p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Mesma qualidade de sempre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97680" y="1600200"/>
            <a:ext cx="3429000" cy="4160520"/>
          </a:xfrm>
          <a:prstGeom prst="roundRect">
            <a:avLst>
              <a:gd name="adj" fmla="val 3200"/>
            </a:avLst>
          </a:prstGeom>
          <a:solidFill>
            <a:srgbClr val="F4F5F7"/>
          </a:solidFill>
          <a:ln w="12700">
            <a:solidFill>
              <a:srgbClr val="D9DCE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26280" y="18745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📦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526280" y="25146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spc="200" kern="0" dirty="0">
                <a:solidFill>
                  <a:srgbClr val="0A22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ATACADO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526280" y="301752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Preços especiais para revenda, comprando a partir da quantidade mínima.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26280" y="393192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Preço atacado indicado em cada produto</a:t>
            </a:r>
            <a:endParaRPr lang="en-US" sz="1100" dirty="0"/>
          </a:p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Ideal para lojistas e revendedoras</a:t>
            </a:r>
            <a:endParaRPr lang="en-US" sz="1100" dirty="0"/>
          </a:p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Pode misturar modelos e tamanhos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46720" y="1600200"/>
            <a:ext cx="3429000" cy="4160520"/>
          </a:xfrm>
          <a:prstGeom prst="roundRect">
            <a:avLst>
              <a:gd name="adj" fmla="val 3200"/>
            </a:avLst>
          </a:prstGeom>
          <a:solidFill>
            <a:srgbClr val="F4F5F7"/>
          </a:solidFill>
          <a:ln w="12700">
            <a:solidFill>
              <a:srgbClr val="D9DCE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75320" y="18745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💳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8275320" y="25146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spc="200" kern="0" dirty="0">
                <a:solidFill>
                  <a:srgbClr val="0A22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PAGAMENTO &amp; FRETE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8275320" y="301752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Aceitamos Pix e cartão. Frete calculado conforme seu CEP.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275320" y="393192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Pix ou cartão de crédito/débito</a:t>
            </a:r>
            <a:endParaRPr lang="en-US" sz="1100" dirty="0"/>
          </a:p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Frete calculado por CEP na finalização</a:t>
            </a:r>
            <a:endParaRPr lang="en-US" sz="1100" dirty="0"/>
          </a:p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Envio para todo o Brasil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JHOOY FASHION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0A22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MODA ÍNTIMA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1091672" cy="0"/>
          </a:xfrm>
          <a:prstGeom prst="line">
            <a:avLst/>
          </a:prstGeom>
          <a:noFill/>
          <a:ln w="19050">
            <a:solidFill>
              <a:srgbClr val="C9A2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15468" y="1143000"/>
            <a:ext cx="2697480" cy="507492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9DC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5196" y="1252728"/>
            <a:ext cx="2478024" cy="283464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CE3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25196" y="2167128"/>
            <a:ext cx="2478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📷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25196" y="2715768"/>
            <a:ext cx="2478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Insira a foto aqui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61772" y="4215384"/>
            <a:ext cx="2404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SUTIÃ SUSTENTAÇÃO REFORÇADO LISO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1772" y="4837176"/>
            <a:ext cx="2404872" cy="777240"/>
          </a:xfrm>
          <a:prstGeom prst="roundRect">
            <a:avLst>
              <a:gd name="adj" fmla="val 7059"/>
            </a:avLst>
          </a:prstGeom>
          <a:solidFill>
            <a:srgbClr val="0A2260"/>
          </a:solidFill>
          <a:ln/>
        </p:spPr>
      </p:sp>
      <p:sp>
        <p:nvSpPr>
          <p:cNvPr id="10" name="Text 8"/>
          <p:cNvSpPr/>
          <p:nvPr/>
        </p:nvSpPr>
        <p:spPr>
          <a:xfrm>
            <a:off x="461772" y="4892040"/>
            <a:ext cx="2404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E7D28A"/>
                </a:solidFill>
              </a:rPr>
              <a:t>VAREJO  </a:t>
            </a:r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R$ 34,80</a:t>
            </a:r>
            <a:endParaRPr lang="en-US" sz="8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E7D28A"/>
                </a:solidFill>
              </a:rPr>
              <a:t>ATACADO  </a:t>
            </a:r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R$ 34,80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68980" y="1143000"/>
            <a:ext cx="2697480" cy="507492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9DC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78708" y="1252728"/>
            <a:ext cx="2478024" cy="283464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CE3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3378708" y="2167128"/>
            <a:ext cx="2478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📷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378708" y="2715768"/>
            <a:ext cx="2478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Insira a foto aqui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415284" y="4215384"/>
            <a:ext cx="2404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FIO DUPLO TALYSCA COM PIGENTE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15284" y="4837176"/>
            <a:ext cx="2404872" cy="777240"/>
          </a:xfrm>
          <a:prstGeom prst="roundRect">
            <a:avLst>
              <a:gd name="adj" fmla="val 7059"/>
            </a:avLst>
          </a:prstGeom>
          <a:solidFill>
            <a:srgbClr val="0A2260"/>
          </a:solidFill>
          <a:ln/>
        </p:spPr>
      </p:sp>
      <p:sp>
        <p:nvSpPr>
          <p:cNvPr id="17" name="Text 15"/>
          <p:cNvSpPr/>
          <p:nvPr/>
        </p:nvSpPr>
        <p:spPr>
          <a:xfrm>
            <a:off x="3415284" y="4892040"/>
            <a:ext cx="2404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E7D28A"/>
                </a:solidFill>
              </a:rPr>
              <a:t>VAREJO  </a:t>
            </a:r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R$ 25,80</a:t>
            </a:r>
            <a:endParaRPr lang="en-US" sz="8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E7D28A"/>
                </a:solidFill>
              </a:rPr>
              <a:t>ATACADO  </a:t>
            </a:r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R$ 25,80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222492" y="1143000"/>
            <a:ext cx="2697480" cy="507492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9DC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32220" y="1252728"/>
            <a:ext cx="2478024" cy="283464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CE3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6332220" y="2167128"/>
            <a:ext cx="2478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📷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332220" y="2715768"/>
            <a:ext cx="2478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Insira a foto aqui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368796" y="4215384"/>
            <a:ext cx="2404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CONJUNTO LINGERIE ZILOOK PREMIUM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368796" y="4837176"/>
            <a:ext cx="2404872" cy="777240"/>
          </a:xfrm>
          <a:prstGeom prst="roundRect">
            <a:avLst>
              <a:gd name="adj" fmla="val 7059"/>
            </a:avLst>
          </a:prstGeom>
          <a:solidFill>
            <a:srgbClr val="0A2260"/>
          </a:solidFill>
          <a:ln/>
        </p:spPr>
      </p:sp>
      <p:sp>
        <p:nvSpPr>
          <p:cNvPr id="24" name="Text 22"/>
          <p:cNvSpPr/>
          <p:nvPr/>
        </p:nvSpPr>
        <p:spPr>
          <a:xfrm>
            <a:off x="6368796" y="4892040"/>
            <a:ext cx="2404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E7D28A"/>
                </a:solidFill>
              </a:rPr>
              <a:t>VAREJO  </a:t>
            </a:r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R$ 37,80</a:t>
            </a:r>
            <a:endParaRPr lang="en-US" sz="8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E7D28A"/>
                </a:solidFill>
              </a:rPr>
              <a:t>ATACADO  </a:t>
            </a:r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R$ 37,80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9176004" y="1143000"/>
            <a:ext cx="2697480" cy="507492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9DC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285732" y="1252728"/>
            <a:ext cx="2478024" cy="283464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CE3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9285732" y="2167128"/>
            <a:ext cx="2478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📷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9285732" y="2715768"/>
            <a:ext cx="2478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Insira a foto aqui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9322308" y="4215384"/>
            <a:ext cx="2404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CONJUNTO LINGERIE ZILOOK PREMIUM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9322308" y="4837176"/>
            <a:ext cx="2404872" cy="777240"/>
          </a:xfrm>
          <a:prstGeom prst="roundRect">
            <a:avLst>
              <a:gd name="adj" fmla="val 7059"/>
            </a:avLst>
          </a:prstGeom>
          <a:solidFill>
            <a:srgbClr val="0A2260"/>
          </a:solidFill>
          <a:ln/>
        </p:spPr>
      </p:sp>
      <p:sp>
        <p:nvSpPr>
          <p:cNvPr id="31" name="Text 29"/>
          <p:cNvSpPr/>
          <p:nvPr/>
        </p:nvSpPr>
        <p:spPr>
          <a:xfrm>
            <a:off x="9322308" y="4892040"/>
            <a:ext cx="2404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E7D28A"/>
                </a:solidFill>
              </a:rPr>
              <a:t>VAREJO  </a:t>
            </a:r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R$ 37,80</a:t>
            </a:r>
            <a:endParaRPr lang="en-US" sz="8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E7D28A"/>
                </a:solidFill>
              </a:rPr>
              <a:t>ATACADO  </a:t>
            </a:r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R$ 37,80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JHOOY FASHION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Catálogo Jhooy Fashion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0A22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MODA ÍNTIMA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1091672" cy="0"/>
          </a:xfrm>
          <a:prstGeom prst="line">
            <a:avLst/>
          </a:prstGeom>
          <a:noFill/>
          <a:ln w="19050">
            <a:solidFill>
              <a:srgbClr val="C9A2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15468" y="1143000"/>
            <a:ext cx="2697480" cy="507492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9DC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5196" y="1252728"/>
            <a:ext cx="2478024" cy="283464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CE3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25196" y="2167128"/>
            <a:ext cx="2478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📷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25196" y="2715768"/>
            <a:ext cx="2478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Insira a foto aqui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61772" y="4215384"/>
            <a:ext cx="2404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CONJUNTO LINGERIE ZILOOK PREMIUM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1772" y="4837176"/>
            <a:ext cx="2404872" cy="777240"/>
          </a:xfrm>
          <a:prstGeom prst="roundRect">
            <a:avLst>
              <a:gd name="adj" fmla="val 7059"/>
            </a:avLst>
          </a:prstGeom>
          <a:solidFill>
            <a:srgbClr val="0A2260"/>
          </a:solidFill>
          <a:ln/>
        </p:spPr>
      </p:sp>
      <p:sp>
        <p:nvSpPr>
          <p:cNvPr id="10" name="Text 8"/>
          <p:cNvSpPr/>
          <p:nvPr/>
        </p:nvSpPr>
        <p:spPr>
          <a:xfrm>
            <a:off x="461772" y="4892040"/>
            <a:ext cx="2404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E7D28A"/>
                </a:solidFill>
              </a:rPr>
              <a:t>VAREJO  </a:t>
            </a:r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R$ 37,80</a:t>
            </a:r>
            <a:endParaRPr lang="en-US" sz="8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E7D28A"/>
                </a:solidFill>
              </a:rPr>
              <a:t>ATACADO  </a:t>
            </a:r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R$ 37,80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68980" y="1143000"/>
            <a:ext cx="2697480" cy="507492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9DC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78708" y="1252728"/>
            <a:ext cx="2478024" cy="283464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CE3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3378708" y="2167128"/>
            <a:ext cx="2478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📷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378708" y="2715768"/>
            <a:ext cx="2478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Insira a foto aqui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415284" y="4215384"/>
            <a:ext cx="2404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CALÇOLA SENHORA COLLIE REF:499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15284" y="4837176"/>
            <a:ext cx="2404872" cy="777240"/>
          </a:xfrm>
          <a:prstGeom prst="roundRect">
            <a:avLst>
              <a:gd name="adj" fmla="val 7059"/>
            </a:avLst>
          </a:prstGeom>
          <a:solidFill>
            <a:srgbClr val="0A2260"/>
          </a:solidFill>
          <a:ln/>
        </p:spPr>
      </p:sp>
      <p:sp>
        <p:nvSpPr>
          <p:cNvPr id="17" name="Text 15"/>
          <p:cNvSpPr/>
          <p:nvPr/>
        </p:nvSpPr>
        <p:spPr>
          <a:xfrm>
            <a:off x="3415284" y="4892040"/>
            <a:ext cx="2404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E7D28A"/>
                </a:solidFill>
              </a:rPr>
              <a:t>VAREJO  </a:t>
            </a:r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R$ 14,80</a:t>
            </a:r>
            <a:endParaRPr lang="en-US" sz="8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E7D28A"/>
                </a:solidFill>
              </a:rPr>
              <a:t>ATACADO  </a:t>
            </a:r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R$ 14,80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222492" y="1143000"/>
            <a:ext cx="2697480" cy="507492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9DC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32220" y="1252728"/>
            <a:ext cx="2478024" cy="283464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CE3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6332220" y="2167128"/>
            <a:ext cx="2478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📷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332220" y="2715768"/>
            <a:ext cx="2478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Insira a foto aqui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368796" y="4215384"/>
            <a:ext cx="2404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CALCINHA FIO TALYSCA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368796" y="4837176"/>
            <a:ext cx="2404872" cy="777240"/>
          </a:xfrm>
          <a:prstGeom prst="roundRect">
            <a:avLst>
              <a:gd name="adj" fmla="val 7059"/>
            </a:avLst>
          </a:prstGeom>
          <a:solidFill>
            <a:srgbClr val="0A2260"/>
          </a:solidFill>
          <a:ln/>
        </p:spPr>
      </p:sp>
      <p:sp>
        <p:nvSpPr>
          <p:cNvPr id="24" name="Text 22"/>
          <p:cNvSpPr/>
          <p:nvPr/>
        </p:nvSpPr>
        <p:spPr>
          <a:xfrm>
            <a:off x="6368796" y="4892040"/>
            <a:ext cx="2404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E7D28A"/>
                </a:solidFill>
              </a:rPr>
              <a:t>VAREJO  </a:t>
            </a:r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R$ 18,80</a:t>
            </a:r>
            <a:endParaRPr lang="en-US" sz="8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E7D28A"/>
                </a:solidFill>
              </a:rPr>
              <a:t>ATACADO  </a:t>
            </a:r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R$ 18,80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9176004" y="1143000"/>
            <a:ext cx="2697480" cy="507492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9DC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285732" y="1252728"/>
            <a:ext cx="2478024" cy="283464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CE3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9285732" y="2167128"/>
            <a:ext cx="2478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📷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9285732" y="2715768"/>
            <a:ext cx="2478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Insira a foto aqui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9322308" y="4215384"/>
            <a:ext cx="2404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CALCINHA TRADICIONAL CÓS ALTO COLLIE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9322308" y="4837176"/>
            <a:ext cx="2404872" cy="777240"/>
          </a:xfrm>
          <a:prstGeom prst="roundRect">
            <a:avLst>
              <a:gd name="adj" fmla="val 7059"/>
            </a:avLst>
          </a:prstGeom>
          <a:solidFill>
            <a:srgbClr val="0A2260"/>
          </a:solidFill>
          <a:ln/>
        </p:spPr>
      </p:sp>
      <p:sp>
        <p:nvSpPr>
          <p:cNvPr id="31" name="Text 29"/>
          <p:cNvSpPr/>
          <p:nvPr/>
        </p:nvSpPr>
        <p:spPr>
          <a:xfrm>
            <a:off x="9322308" y="4892040"/>
            <a:ext cx="2404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E7D28A"/>
                </a:solidFill>
              </a:rPr>
              <a:t>VAREJO  </a:t>
            </a:r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R$ 18,80</a:t>
            </a:r>
            <a:endParaRPr lang="en-US" sz="8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E7D28A"/>
                </a:solidFill>
              </a:rPr>
              <a:t>ATACADO  </a:t>
            </a:r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R$ 18,80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JHOOY FASHION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Catálogo Jhooy Fashion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0A22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MODA ÍNTIMA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1091672" cy="0"/>
          </a:xfrm>
          <a:prstGeom prst="line">
            <a:avLst/>
          </a:prstGeom>
          <a:noFill/>
          <a:ln w="19050">
            <a:solidFill>
              <a:srgbClr val="C9A2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15468" y="1143000"/>
            <a:ext cx="2697480" cy="507492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9DC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5196" y="1252728"/>
            <a:ext cx="2478024" cy="283464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CE3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25196" y="2167128"/>
            <a:ext cx="2478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📷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25196" y="2715768"/>
            <a:ext cx="2478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Insira a foto aqui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61772" y="4215384"/>
            <a:ext cx="2404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FIO TODA DUPLA KASSYA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1772" y="4837176"/>
            <a:ext cx="2404872" cy="777240"/>
          </a:xfrm>
          <a:prstGeom prst="roundRect">
            <a:avLst>
              <a:gd name="adj" fmla="val 7059"/>
            </a:avLst>
          </a:prstGeom>
          <a:solidFill>
            <a:srgbClr val="0A2260"/>
          </a:solidFill>
          <a:ln/>
        </p:spPr>
      </p:sp>
      <p:sp>
        <p:nvSpPr>
          <p:cNvPr id="10" name="Text 8"/>
          <p:cNvSpPr/>
          <p:nvPr/>
        </p:nvSpPr>
        <p:spPr>
          <a:xfrm>
            <a:off x="461772" y="4892040"/>
            <a:ext cx="2404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E7D28A"/>
                </a:solidFill>
              </a:rPr>
              <a:t>VAREJO  </a:t>
            </a:r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R$ 19,80</a:t>
            </a:r>
            <a:endParaRPr lang="en-US" sz="8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E7D28A"/>
                </a:solidFill>
              </a:rPr>
              <a:t>ATACADO  </a:t>
            </a:r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R$ 19,80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68980" y="1143000"/>
            <a:ext cx="2697480" cy="507492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9DC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78708" y="1252728"/>
            <a:ext cx="2478024" cy="283464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CE3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3378708" y="2167128"/>
            <a:ext cx="2478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📷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378708" y="2715768"/>
            <a:ext cx="2478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Insira a foto aqui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415284" y="4215384"/>
            <a:ext cx="2404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CALCINHA BUNDA RICA LINDA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15284" y="4837176"/>
            <a:ext cx="2404872" cy="777240"/>
          </a:xfrm>
          <a:prstGeom prst="roundRect">
            <a:avLst>
              <a:gd name="adj" fmla="val 7059"/>
            </a:avLst>
          </a:prstGeom>
          <a:solidFill>
            <a:srgbClr val="0A2260"/>
          </a:solidFill>
          <a:ln/>
        </p:spPr>
      </p:sp>
      <p:sp>
        <p:nvSpPr>
          <p:cNvPr id="17" name="Text 15"/>
          <p:cNvSpPr/>
          <p:nvPr/>
        </p:nvSpPr>
        <p:spPr>
          <a:xfrm>
            <a:off x="3415284" y="4892040"/>
            <a:ext cx="2404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E7D28A"/>
                </a:solidFill>
              </a:rPr>
              <a:t>VAREJO  </a:t>
            </a:r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R$ 20,80</a:t>
            </a:r>
            <a:endParaRPr lang="en-US" sz="8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E7D28A"/>
                </a:solidFill>
              </a:rPr>
              <a:t>ATACADO  </a:t>
            </a:r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R$ 20,80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222492" y="1143000"/>
            <a:ext cx="2697480" cy="507492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9DC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32220" y="1252728"/>
            <a:ext cx="2478024" cy="283464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CE3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6332220" y="2167128"/>
            <a:ext cx="2478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📷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332220" y="2715768"/>
            <a:ext cx="2478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Insira a foto aqui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368796" y="4215384"/>
            <a:ext cx="2404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FIO DUPLO PREMIUM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368796" y="4837176"/>
            <a:ext cx="2404872" cy="777240"/>
          </a:xfrm>
          <a:prstGeom prst="roundRect">
            <a:avLst>
              <a:gd name="adj" fmla="val 7059"/>
            </a:avLst>
          </a:prstGeom>
          <a:solidFill>
            <a:srgbClr val="0A2260"/>
          </a:solidFill>
          <a:ln/>
        </p:spPr>
      </p:sp>
      <p:sp>
        <p:nvSpPr>
          <p:cNvPr id="24" name="Text 22"/>
          <p:cNvSpPr/>
          <p:nvPr/>
        </p:nvSpPr>
        <p:spPr>
          <a:xfrm>
            <a:off x="6368796" y="4892040"/>
            <a:ext cx="2404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E7D28A"/>
                </a:solidFill>
              </a:rPr>
              <a:t>VAREJO  </a:t>
            </a:r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R$ 18,80</a:t>
            </a:r>
            <a:endParaRPr lang="en-US" sz="8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E7D28A"/>
                </a:solidFill>
              </a:rPr>
              <a:t>ATACADO  </a:t>
            </a:r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R$ 18,80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9176004" y="1143000"/>
            <a:ext cx="2697480" cy="507492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9DC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285732" y="1252728"/>
            <a:ext cx="2478024" cy="283464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CE3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9285732" y="2167128"/>
            <a:ext cx="2478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📷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9285732" y="2715768"/>
            <a:ext cx="2478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Insira a foto aqui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9322308" y="4215384"/>
            <a:ext cx="2404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SUTIÃ CONFORT SEM BOJO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9322308" y="4837176"/>
            <a:ext cx="2404872" cy="777240"/>
          </a:xfrm>
          <a:prstGeom prst="roundRect">
            <a:avLst>
              <a:gd name="adj" fmla="val 7059"/>
            </a:avLst>
          </a:prstGeom>
          <a:solidFill>
            <a:srgbClr val="0A2260"/>
          </a:solidFill>
          <a:ln/>
        </p:spPr>
      </p:sp>
      <p:sp>
        <p:nvSpPr>
          <p:cNvPr id="31" name="Text 29"/>
          <p:cNvSpPr/>
          <p:nvPr/>
        </p:nvSpPr>
        <p:spPr>
          <a:xfrm>
            <a:off x="9322308" y="4892040"/>
            <a:ext cx="2404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E7D28A"/>
                </a:solidFill>
              </a:rPr>
              <a:t>VAREJO  </a:t>
            </a:r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R$ 29,99</a:t>
            </a:r>
            <a:endParaRPr lang="en-US" sz="8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E7D28A"/>
                </a:solidFill>
              </a:rPr>
              <a:t>ATACADO  </a:t>
            </a:r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R$ 19,80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JHOOY FASHION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Catálogo Jhooy Fashion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0A22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MODA ÍNTIMA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1091672" cy="0"/>
          </a:xfrm>
          <a:prstGeom prst="line">
            <a:avLst/>
          </a:prstGeom>
          <a:noFill/>
          <a:ln w="19050">
            <a:solidFill>
              <a:srgbClr val="C9A2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15468" y="1143000"/>
            <a:ext cx="2697480" cy="507492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9DC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5196" y="1252728"/>
            <a:ext cx="2478024" cy="283464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CE3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25196" y="2167128"/>
            <a:ext cx="2478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📷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25196" y="2715768"/>
            <a:ext cx="2478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Insira a foto aqui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61772" y="4215384"/>
            <a:ext cx="2404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SUTIÃ SEM BOJO COM ARO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1772" y="4837176"/>
            <a:ext cx="2404872" cy="777240"/>
          </a:xfrm>
          <a:prstGeom prst="roundRect">
            <a:avLst>
              <a:gd name="adj" fmla="val 7059"/>
            </a:avLst>
          </a:prstGeom>
          <a:solidFill>
            <a:srgbClr val="0A2260"/>
          </a:solidFill>
          <a:ln/>
        </p:spPr>
      </p:sp>
      <p:sp>
        <p:nvSpPr>
          <p:cNvPr id="10" name="Text 8"/>
          <p:cNvSpPr/>
          <p:nvPr/>
        </p:nvSpPr>
        <p:spPr>
          <a:xfrm>
            <a:off x="461772" y="4892040"/>
            <a:ext cx="2404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E7D28A"/>
                </a:solidFill>
              </a:rPr>
              <a:t>VAREJO  </a:t>
            </a:r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R$ 26,99</a:t>
            </a:r>
            <a:endParaRPr lang="en-US" sz="8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E7D28A"/>
                </a:solidFill>
              </a:rPr>
              <a:t>ATACADO  </a:t>
            </a:r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R$ 21,80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68980" y="1143000"/>
            <a:ext cx="2697480" cy="507492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9DC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78708" y="1252728"/>
            <a:ext cx="2478024" cy="283464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CE3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3378708" y="2167128"/>
            <a:ext cx="2478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📷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378708" y="2715768"/>
            <a:ext cx="2478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Insira a foto aqui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415284" y="4215384"/>
            <a:ext cx="2404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SUTIÃ BASIQUINHO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15284" y="4837176"/>
            <a:ext cx="2404872" cy="777240"/>
          </a:xfrm>
          <a:prstGeom prst="roundRect">
            <a:avLst>
              <a:gd name="adj" fmla="val 7059"/>
            </a:avLst>
          </a:prstGeom>
          <a:solidFill>
            <a:srgbClr val="0A2260"/>
          </a:solidFill>
          <a:ln/>
        </p:spPr>
      </p:sp>
      <p:sp>
        <p:nvSpPr>
          <p:cNvPr id="17" name="Text 15"/>
          <p:cNvSpPr/>
          <p:nvPr/>
        </p:nvSpPr>
        <p:spPr>
          <a:xfrm>
            <a:off x="3415284" y="4892040"/>
            <a:ext cx="2404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E7D28A"/>
                </a:solidFill>
              </a:rPr>
              <a:t>VAREJO  </a:t>
            </a:r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R$ 24,99</a:t>
            </a:r>
            <a:endParaRPr lang="en-US" sz="8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E7D28A"/>
                </a:solidFill>
              </a:rPr>
              <a:t>ATACADO  </a:t>
            </a:r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R$ 18,80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222492" y="1143000"/>
            <a:ext cx="2697480" cy="507492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9DC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32220" y="1252728"/>
            <a:ext cx="2478024" cy="283464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CE3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6332220" y="2167128"/>
            <a:ext cx="2478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📷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332220" y="2715768"/>
            <a:ext cx="2478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Insira a foto aqui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368796" y="4215384"/>
            <a:ext cx="2404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BABY DOLL LANA LIGANETE ESTAMPAS SORTIDAS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368796" y="4837176"/>
            <a:ext cx="2404872" cy="777240"/>
          </a:xfrm>
          <a:prstGeom prst="roundRect">
            <a:avLst>
              <a:gd name="adj" fmla="val 7059"/>
            </a:avLst>
          </a:prstGeom>
          <a:solidFill>
            <a:srgbClr val="0A2260"/>
          </a:solidFill>
          <a:ln/>
        </p:spPr>
      </p:sp>
      <p:sp>
        <p:nvSpPr>
          <p:cNvPr id="24" name="Text 22"/>
          <p:cNvSpPr/>
          <p:nvPr/>
        </p:nvSpPr>
        <p:spPr>
          <a:xfrm>
            <a:off x="6368796" y="4892040"/>
            <a:ext cx="2404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E7D28A"/>
                </a:solidFill>
              </a:rPr>
              <a:t>VAREJO  </a:t>
            </a:r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R$ 34,99</a:t>
            </a:r>
            <a:endParaRPr lang="en-US" sz="8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E7D28A"/>
                </a:solidFill>
              </a:rPr>
              <a:t>ATACADO  </a:t>
            </a:r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R$ 24,80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9176004" y="1143000"/>
            <a:ext cx="2697480" cy="507492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9DC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285732" y="1252728"/>
            <a:ext cx="2478024" cy="283464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CE3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9285732" y="2167128"/>
            <a:ext cx="2478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📷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9285732" y="2715768"/>
            <a:ext cx="2478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Insira a foto aqui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9322308" y="4215384"/>
            <a:ext cx="2404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AMAMENTAÇÃO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9322308" y="4837176"/>
            <a:ext cx="2404872" cy="777240"/>
          </a:xfrm>
          <a:prstGeom prst="roundRect">
            <a:avLst>
              <a:gd name="adj" fmla="val 7059"/>
            </a:avLst>
          </a:prstGeom>
          <a:solidFill>
            <a:srgbClr val="0A2260"/>
          </a:solidFill>
          <a:ln/>
        </p:spPr>
      </p:sp>
      <p:sp>
        <p:nvSpPr>
          <p:cNvPr id="31" name="Text 29"/>
          <p:cNvSpPr/>
          <p:nvPr/>
        </p:nvSpPr>
        <p:spPr>
          <a:xfrm>
            <a:off x="9322308" y="4892040"/>
            <a:ext cx="2404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E7D28A"/>
                </a:solidFill>
              </a:rPr>
              <a:t>VAREJO  </a:t>
            </a:r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R$ 44,99</a:t>
            </a:r>
            <a:endParaRPr lang="en-US" sz="8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E7D28A"/>
                </a:solidFill>
              </a:rPr>
              <a:t>ATACADO  </a:t>
            </a:r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R$ 44,99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JHOOY FASHION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Catálogo Jhooy Fashion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0A22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MODA ÍNTIMA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1091672" cy="0"/>
          </a:xfrm>
          <a:prstGeom prst="line">
            <a:avLst/>
          </a:prstGeom>
          <a:noFill/>
          <a:ln w="19050">
            <a:solidFill>
              <a:srgbClr val="C9A2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15468" y="1143000"/>
            <a:ext cx="2697480" cy="507492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9DC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5196" y="1252728"/>
            <a:ext cx="2478024" cy="283464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CE3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25196" y="2167128"/>
            <a:ext cx="2478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📷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25196" y="2715768"/>
            <a:ext cx="2478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Insira a foto aqui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61772" y="4215384"/>
            <a:ext cx="2404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MODELADOR COMPLETO SUSTENTAÇÃO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1772" y="4837176"/>
            <a:ext cx="2404872" cy="777240"/>
          </a:xfrm>
          <a:prstGeom prst="roundRect">
            <a:avLst>
              <a:gd name="adj" fmla="val 7059"/>
            </a:avLst>
          </a:prstGeom>
          <a:solidFill>
            <a:srgbClr val="0A2260"/>
          </a:solidFill>
          <a:ln/>
        </p:spPr>
      </p:sp>
      <p:sp>
        <p:nvSpPr>
          <p:cNvPr id="10" name="Text 8"/>
          <p:cNvSpPr/>
          <p:nvPr/>
        </p:nvSpPr>
        <p:spPr>
          <a:xfrm>
            <a:off x="461772" y="4892040"/>
            <a:ext cx="2404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E7D28A"/>
                </a:solidFill>
              </a:rPr>
              <a:t>VAREJO  </a:t>
            </a:r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R$ 119,99</a:t>
            </a:r>
            <a:endParaRPr lang="en-US" sz="8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E7D28A"/>
                </a:solidFill>
              </a:rPr>
              <a:t>ATACADO  </a:t>
            </a:r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R$ 98,80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68980" y="1143000"/>
            <a:ext cx="2697480" cy="507492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9DC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78708" y="1252728"/>
            <a:ext cx="2478024" cy="283464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CE3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3378708" y="2167128"/>
            <a:ext cx="2478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📷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378708" y="2715768"/>
            <a:ext cx="2478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Insira a foto aqui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415284" y="4215384"/>
            <a:ext cx="2404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IMPORTADO DE ALÇAS REMOVIVEL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15284" y="4837176"/>
            <a:ext cx="2404872" cy="777240"/>
          </a:xfrm>
          <a:prstGeom prst="roundRect">
            <a:avLst>
              <a:gd name="adj" fmla="val 7059"/>
            </a:avLst>
          </a:prstGeom>
          <a:solidFill>
            <a:srgbClr val="0A2260"/>
          </a:solidFill>
          <a:ln/>
        </p:spPr>
      </p:sp>
      <p:sp>
        <p:nvSpPr>
          <p:cNvPr id="17" name="Text 15"/>
          <p:cNvSpPr/>
          <p:nvPr/>
        </p:nvSpPr>
        <p:spPr>
          <a:xfrm>
            <a:off x="3415284" y="4892040"/>
            <a:ext cx="2404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E7D28A"/>
                </a:solidFill>
              </a:rPr>
              <a:t>VAREJO  </a:t>
            </a:r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R$ 34,99</a:t>
            </a:r>
            <a:endParaRPr lang="en-US" sz="8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E7D28A"/>
                </a:solidFill>
              </a:rPr>
              <a:t>ATACADO  </a:t>
            </a:r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R$ 26,80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222492" y="1143000"/>
            <a:ext cx="2697480" cy="507492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9DC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32220" y="1252728"/>
            <a:ext cx="2478024" cy="283464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CE3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6332220" y="2167128"/>
            <a:ext cx="2478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📷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332220" y="2715768"/>
            <a:ext cx="2478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Insira a foto aqui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368796" y="4215384"/>
            <a:ext cx="2404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SUTIÃ PALA REFORÇADO FLOR DÁLIA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368796" y="4837176"/>
            <a:ext cx="2404872" cy="777240"/>
          </a:xfrm>
          <a:prstGeom prst="roundRect">
            <a:avLst>
              <a:gd name="adj" fmla="val 7059"/>
            </a:avLst>
          </a:prstGeom>
          <a:solidFill>
            <a:srgbClr val="0A2260"/>
          </a:solidFill>
          <a:ln/>
        </p:spPr>
      </p:sp>
      <p:sp>
        <p:nvSpPr>
          <p:cNvPr id="24" name="Text 22"/>
          <p:cNvSpPr/>
          <p:nvPr/>
        </p:nvSpPr>
        <p:spPr>
          <a:xfrm>
            <a:off x="6368796" y="4892040"/>
            <a:ext cx="2404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E7D28A"/>
                </a:solidFill>
              </a:rPr>
              <a:t>VAREJO  </a:t>
            </a:r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R$ 44,99</a:t>
            </a:r>
            <a:endParaRPr lang="en-US" sz="8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E7D28A"/>
                </a:solidFill>
              </a:rPr>
              <a:t>ATACADO  </a:t>
            </a:r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R$ 32,80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9176004" y="1143000"/>
            <a:ext cx="2697480" cy="507492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9DC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285732" y="1252728"/>
            <a:ext cx="2478024" cy="283464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CE3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9285732" y="2167128"/>
            <a:ext cx="2478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📷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9285732" y="2715768"/>
            <a:ext cx="2478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Insira a foto aqui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9322308" y="4215384"/>
            <a:ext cx="2404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SEM COSTURA LARGO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9322308" y="4837176"/>
            <a:ext cx="2404872" cy="777240"/>
          </a:xfrm>
          <a:prstGeom prst="roundRect">
            <a:avLst>
              <a:gd name="adj" fmla="val 7059"/>
            </a:avLst>
          </a:prstGeom>
          <a:solidFill>
            <a:srgbClr val="0A2260"/>
          </a:solidFill>
          <a:ln/>
        </p:spPr>
      </p:sp>
      <p:sp>
        <p:nvSpPr>
          <p:cNvPr id="31" name="Text 29"/>
          <p:cNvSpPr/>
          <p:nvPr/>
        </p:nvSpPr>
        <p:spPr>
          <a:xfrm>
            <a:off x="9322308" y="4892040"/>
            <a:ext cx="2404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E7D28A"/>
                </a:solidFill>
              </a:rPr>
              <a:t>VAREJO  </a:t>
            </a:r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R$ 36,99</a:t>
            </a:r>
            <a:endParaRPr lang="en-US" sz="8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E7D28A"/>
                </a:solidFill>
              </a:rPr>
              <a:t>ATACADO  </a:t>
            </a:r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R$ 29,80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JHOOY FASHION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Catálogo Jhooy Fashion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0A22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MODA ÍNTIMA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1091672" cy="0"/>
          </a:xfrm>
          <a:prstGeom prst="line">
            <a:avLst/>
          </a:prstGeom>
          <a:noFill/>
          <a:ln w="19050">
            <a:solidFill>
              <a:srgbClr val="C9A2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15468" y="1143000"/>
            <a:ext cx="2697480" cy="507492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9DC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5196" y="1252728"/>
            <a:ext cx="2478024" cy="283464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CE3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25196" y="2167128"/>
            <a:ext cx="2478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📷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25196" y="2715768"/>
            <a:ext cx="2478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Insira a foto aqui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61772" y="4215384"/>
            <a:ext cx="2404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SUTIÃ AMAMENTAÇÃO C. BOJO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1772" y="4837176"/>
            <a:ext cx="2404872" cy="777240"/>
          </a:xfrm>
          <a:prstGeom prst="roundRect">
            <a:avLst>
              <a:gd name="adj" fmla="val 7059"/>
            </a:avLst>
          </a:prstGeom>
          <a:solidFill>
            <a:srgbClr val="0A2260"/>
          </a:solidFill>
          <a:ln/>
        </p:spPr>
      </p:sp>
      <p:sp>
        <p:nvSpPr>
          <p:cNvPr id="10" name="Text 8"/>
          <p:cNvSpPr/>
          <p:nvPr/>
        </p:nvSpPr>
        <p:spPr>
          <a:xfrm>
            <a:off x="461772" y="4892040"/>
            <a:ext cx="2404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E7D28A"/>
                </a:solidFill>
              </a:rPr>
              <a:t>VAREJO  </a:t>
            </a:r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R$ 39,99</a:t>
            </a:r>
            <a:endParaRPr lang="en-US" sz="8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E7D28A"/>
                </a:solidFill>
              </a:rPr>
              <a:t>ATACADO  </a:t>
            </a:r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R$ 29,80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68980" y="1143000"/>
            <a:ext cx="2697480" cy="507492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9DC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78708" y="1252728"/>
            <a:ext cx="2478024" cy="283464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CE3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3378708" y="2167128"/>
            <a:ext cx="2478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📷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378708" y="2715768"/>
            <a:ext cx="2478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Insira a foto aqui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415284" y="4215384"/>
            <a:ext cx="2404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SEM COSTURA COM ALÇAS REMOVÍVEIS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15284" y="4837176"/>
            <a:ext cx="2404872" cy="777240"/>
          </a:xfrm>
          <a:prstGeom prst="roundRect">
            <a:avLst>
              <a:gd name="adj" fmla="val 7059"/>
            </a:avLst>
          </a:prstGeom>
          <a:solidFill>
            <a:srgbClr val="0A2260"/>
          </a:solidFill>
          <a:ln/>
        </p:spPr>
      </p:sp>
      <p:sp>
        <p:nvSpPr>
          <p:cNvPr id="17" name="Text 15"/>
          <p:cNvSpPr/>
          <p:nvPr/>
        </p:nvSpPr>
        <p:spPr>
          <a:xfrm>
            <a:off x="3415284" y="4892040"/>
            <a:ext cx="2404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E7D28A"/>
                </a:solidFill>
              </a:rPr>
              <a:t>VAREJO  </a:t>
            </a:r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R$ 34,99</a:t>
            </a:r>
            <a:endParaRPr lang="en-US" sz="8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E7D28A"/>
                </a:solidFill>
              </a:rPr>
              <a:t>ATACADO  </a:t>
            </a:r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R$ 29,80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222492" y="1143000"/>
            <a:ext cx="2697480" cy="507492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9DC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32220" y="1252728"/>
            <a:ext cx="2478024" cy="283464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CE3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6332220" y="2167128"/>
            <a:ext cx="2478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📷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332220" y="2715768"/>
            <a:ext cx="2478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Insira a foto aqui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368796" y="4215384"/>
            <a:ext cx="2404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CONJUNTO PLUS SIZE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368796" y="4837176"/>
            <a:ext cx="2404872" cy="777240"/>
          </a:xfrm>
          <a:prstGeom prst="roundRect">
            <a:avLst>
              <a:gd name="adj" fmla="val 7059"/>
            </a:avLst>
          </a:prstGeom>
          <a:solidFill>
            <a:srgbClr val="0A2260"/>
          </a:solidFill>
          <a:ln/>
        </p:spPr>
      </p:sp>
      <p:sp>
        <p:nvSpPr>
          <p:cNvPr id="24" name="Text 22"/>
          <p:cNvSpPr/>
          <p:nvPr/>
        </p:nvSpPr>
        <p:spPr>
          <a:xfrm>
            <a:off x="6368796" y="4892040"/>
            <a:ext cx="2404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E7D28A"/>
                </a:solidFill>
              </a:rPr>
              <a:t>VAREJO  </a:t>
            </a:r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R$ 30,00</a:t>
            </a:r>
            <a:endParaRPr lang="en-US" sz="8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E7D28A"/>
                </a:solidFill>
              </a:rPr>
              <a:t>ATACADO  </a:t>
            </a:r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R$ 30,00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9176004" y="1143000"/>
            <a:ext cx="2697480" cy="507492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9DC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285732" y="1252728"/>
            <a:ext cx="2478024" cy="283464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CE3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9285732" y="2167128"/>
            <a:ext cx="2478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📷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9285732" y="2715768"/>
            <a:ext cx="2478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Insira a foto aqui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9322308" y="4215384"/>
            <a:ext cx="2404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CONJUNTO PLUS SIZE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9322308" y="4837176"/>
            <a:ext cx="2404872" cy="777240"/>
          </a:xfrm>
          <a:prstGeom prst="roundRect">
            <a:avLst>
              <a:gd name="adj" fmla="val 7059"/>
            </a:avLst>
          </a:prstGeom>
          <a:solidFill>
            <a:srgbClr val="0A2260"/>
          </a:solidFill>
          <a:ln/>
        </p:spPr>
      </p:sp>
      <p:sp>
        <p:nvSpPr>
          <p:cNvPr id="31" name="Text 29"/>
          <p:cNvSpPr/>
          <p:nvPr/>
        </p:nvSpPr>
        <p:spPr>
          <a:xfrm>
            <a:off x="9322308" y="4892040"/>
            <a:ext cx="2404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E7D28A"/>
                </a:solidFill>
              </a:rPr>
              <a:t>VAREJO  </a:t>
            </a:r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R$ 30,00</a:t>
            </a:r>
            <a:endParaRPr lang="en-US" sz="8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E7D28A"/>
                </a:solidFill>
              </a:rPr>
              <a:t>ATACADO  </a:t>
            </a:r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R$ 30,00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JHOOY FASHION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Catálogo Jhooy Fashion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0A22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MODA ÍNTIMA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1091672" cy="0"/>
          </a:xfrm>
          <a:prstGeom prst="line">
            <a:avLst/>
          </a:prstGeom>
          <a:noFill/>
          <a:ln w="19050">
            <a:solidFill>
              <a:srgbClr val="C9A2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15468" y="1143000"/>
            <a:ext cx="2697480" cy="507492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9DC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5196" y="1252728"/>
            <a:ext cx="2478024" cy="283464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CE3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25196" y="2167128"/>
            <a:ext cx="2478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📷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25196" y="2715768"/>
            <a:ext cx="2478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Insira a foto aqui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61772" y="4215384"/>
            <a:ext cx="2404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TÉRMICO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1772" y="4837176"/>
            <a:ext cx="2404872" cy="777240"/>
          </a:xfrm>
          <a:prstGeom prst="roundRect">
            <a:avLst>
              <a:gd name="adj" fmla="val 7059"/>
            </a:avLst>
          </a:prstGeom>
          <a:solidFill>
            <a:srgbClr val="0A2260"/>
          </a:solidFill>
          <a:ln/>
        </p:spPr>
      </p:sp>
      <p:sp>
        <p:nvSpPr>
          <p:cNvPr id="10" name="Text 8"/>
          <p:cNvSpPr/>
          <p:nvPr/>
        </p:nvSpPr>
        <p:spPr>
          <a:xfrm>
            <a:off x="461772" y="4892040"/>
            <a:ext cx="2404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E7D28A"/>
                </a:solidFill>
              </a:rPr>
              <a:t>VAREJO  </a:t>
            </a:r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R$ 34,99</a:t>
            </a:r>
            <a:endParaRPr lang="en-US" sz="8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E7D28A"/>
                </a:solidFill>
              </a:rPr>
              <a:t>ATACADO  </a:t>
            </a:r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R$ 27,80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JHOOY FASHION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Catálogo Jhooy Fashion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0A22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LINHA SEXY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1091672" cy="0"/>
          </a:xfrm>
          <a:prstGeom prst="line">
            <a:avLst/>
          </a:prstGeom>
          <a:noFill/>
          <a:ln w="19050">
            <a:solidFill>
              <a:srgbClr val="C9A2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15468" y="1143000"/>
            <a:ext cx="2697480" cy="507492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9DC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5196" y="1252728"/>
            <a:ext cx="2478024" cy="283464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CE3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25196" y="2167128"/>
            <a:ext cx="2478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📷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25196" y="2715768"/>
            <a:ext cx="2478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Insira a foto aqui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61772" y="4215384"/>
            <a:ext cx="2404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CAMISOLA TULE COM CALCINHA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1772" y="4837176"/>
            <a:ext cx="2404872" cy="777240"/>
          </a:xfrm>
          <a:prstGeom prst="roundRect">
            <a:avLst>
              <a:gd name="adj" fmla="val 7059"/>
            </a:avLst>
          </a:prstGeom>
          <a:solidFill>
            <a:srgbClr val="0A2260"/>
          </a:solidFill>
          <a:ln/>
        </p:spPr>
      </p:sp>
      <p:sp>
        <p:nvSpPr>
          <p:cNvPr id="10" name="Text 8"/>
          <p:cNvSpPr/>
          <p:nvPr/>
        </p:nvSpPr>
        <p:spPr>
          <a:xfrm>
            <a:off x="461772" y="4892040"/>
            <a:ext cx="2404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E7D28A"/>
                </a:solidFill>
              </a:rPr>
              <a:t>VAREJO  </a:t>
            </a:r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R$ 74,99</a:t>
            </a:r>
            <a:endParaRPr lang="en-US" sz="8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E7D28A"/>
                </a:solidFill>
              </a:rPr>
              <a:t>ATACADO  </a:t>
            </a:r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R$ 59,80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68980" y="1143000"/>
            <a:ext cx="2697480" cy="507492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9DC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78708" y="1252728"/>
            <a:ext cx="2478024" cy="283464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CE3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3378708" y="2167128"/>
            <a:ext cx="2478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📷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378708" y="2715768"/>
            <a:ext cx="2478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Insira a foto aqui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415284" y="4215384"/>
            <a:ext cx="2404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HOBBY TULE LUXO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15284" y="4837176"/>
            <a:ext cx="2404872" cy="777240"/>
          </a:xfrm>
          <a:prstGeom prst="roundRect">
            <a:avLst>
              <a:gd name="adj" fmla="val 7059"/>
            </a:avLst>
          </a:prstGeom>
          <a:solidFill>
            <a:srgbClr val="0A2260"/>
          </a:solidFill>
          <a:ln/>
        </p:spPr>
      </p:sp>
      <p:sp>
        <p:nvSpPr>
          <p:cNvPr id="17" name="Text 15"/>
          <p:cNvSpPr/>
          <p:nvPr/>
        </p:nvSpPr>
        <p:spPr>
          <a:xfrm>
            <a:off x="3415284" y="4892040"/>
            <a:ext cx="2404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E7D28A"/>
                </a:solidFill>
              </a:rPr>
              <a:t>VAREJO  </a:t>
            </a:r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R$ 64,99</a:t>
            </a:r>
            <a:endParaRPr lang="en-US" sz="8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E7D28A"/>
                </a:solidFill>
              </a:rPr>
              <a:t>ATACADO  </a:t>
            </a:r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R$ 37,80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JHOOY FASHION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Catálogo Jhooy Fashion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0A22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LINHA REFORÇADOS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1091672" cy="0"/>
          </a:xfrm>
          <a:prstGeom prst="line">
            <a:avLst/>
          </a:prstGeom>
          <a:noFill/>
          <a:ln w="19050">
            <a:solidFill>
              <a:srgbClr val="C9A2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15468" y="1143000"/>
            <a:ext cx="2697480" cy="507492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9DC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5196" y="1252728"/>
            <a:ext cx="2478024" cy="283464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CE3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25196" y="2167128"/>
            <a:ext cx="2478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📷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25196" y="2715768"/>
            <a:ext cx="2478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Insira a foto aqui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61772" y="4215384"/>
            <a:ext cx="2404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CALCINHA COMPRESSIVA 4 BARBATANAS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1772" y="4837176"/>
            <a:ext cx="2404872" cy="777240"/>
          </a:xfrm>
          <a:prstGeom prst="roundRect">
            <a:avLst>
              <a:gd name="adj" fmla="val 7059"/>
            </a:avLst>
          </a:prstGeom>
          <a:solidFill>
            <a:srgbClr val="0A2260"/>
          </a:solidFill>
          <a:ln/>
        </p:spPr>
      </p:sp>
      <p:sp>
        <p:nvSpPr>
          <p:cNvPr id="10" name="Text 8"/>
          <p:cNvSpPr/>
          <p:nvPr/>
        </p:nvSpPr>
        <p:spPr>
          <a:xfrm>
            <a:off x="461772" y="4892040"/>
            <a:ext cx="2404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E7D28A"/>
                </a:solidFill>
              </a:rPr>
              <a:t>VAREJO  </a:t>
            </a:r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R$ 99,80</a:t>
            </a:r>
            <a:endParaRPr lang="en-US" sz="8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E7D28A"/>
                </a:solidFill>
              </a:rPr>
              <a:t>ATACADO  </a:t>
            </a:r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R$ 99,80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68980" y="1143000"/>
            <a:ext cx="2697480" cy="507492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9DC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78708" y="1252728"/>
            <a:ext cx="2478024" cy="283464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CE3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3378708" y="2167128"/>
            <a:ext cx="2478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📷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378708" y="2715768"/>
            <a:ext cx="2478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Insira a foto aqui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415284" y="4215384"/>
            <a:ext cx="2404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CINTA C/ 28 BARBATANAS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15284" y="4837176"/>
            <a:ext cx="2404872" cy="777240"/>
          </a:xfrm>
          <a:prstGeom prst="roundRect">
            <a:avLst>
              <a:gd name="adj" fmla="val 7059"/>
            </a:avLst>
          </a:prstGeom>
          <a:solidFill>
            <a:srgbClr val="0A2260"/>
          </a:solidFill>
          <a:ln/>
        </p:spPr>
      </p:sp>
      <p:sp>
        <p:nvSpPr>
          <p:cNvPr id="17" name="Text 15"/>
          <p:cNvSpPr/>
          <p:nvPr/>
        </p:nvSpPr>
        <p:spPr>
          <a:xfrm>
            <a:off x="3415284" y="4892040"/>
            <a:ext cx="2404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E7D28A"/>
                </a:solidFill>
              </a:rPr>
              <a:t>VAREJO  </a:t>
            </a:r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R$ 139,99</a:t>
            </a:r>
            <a:endParaRPr lang="en-US" sz="8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E7D28A"/>
                </a:solidFill>
              </a:rPr>
              <a:t>ATACADO  </a:t>
            </a:r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R$ 119,80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JHOOY FASHION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Catálogo Jhooy Fashion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0A22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ATACADO FORTALEZA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1091672" cy="0"/>
          </a:xfrm>
          <a:prstGeom prst="line">
            <a:avLst/>
          </a:prstGeom>
          <a:noFill/>
          <a:ln w="19050">
            <a:solidFill>
              <a:srgbClr val="C9A2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15468" y="1143000"/>
            <a:ext cx="2697480" cy="507492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9DC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5196" y="1252728"/>
            <a:ext cx="2478024" cy="283464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CE3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25196" y="2167128"/>
            <a:ext cx="2478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📷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25196" y="2715768"/>
            <a:ext cx="2478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Insira a foto aqui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61772" y="4215384"/>
            <a:ext cx="2404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SUTIÃ SOLTERINHO COLLIE-REF:2602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1772" y="4837176"/>
            <a:ext cx="2404872" cy="777240"/>
          </a:xfrm>
          <a:prstGeom prst="roundRect">
            <a:avLst>
              <a:gd name="adj" fmla="val 7059"/>
            </a:avLst>
          </a:prstGeom>
          <a:solidFill>
            <a:srgbClr val="0A2260"/>
          </a:solidFill>
          <a:ln/>
        </p:spPr>
      </p:sp>
      <p:sp>
        <p:nvSpPr>
          <p:cNvPr id="10" name="Text 8"/>
          <p:cNvSpPr/>
          <p:nvPr/>
        </p:nvSpPr>
        <p:spPr>
          <a:xfrm>
            <a:off x="461772" y="4892040"/>
            <a:ext cx="2404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E7D28A"/>
                </a:solidFill>
              </a:rPr>
              <a:t>VAREJO  </a:t>
            </a:r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R$ 34,99</a:t>
            </a:r>
            <a:endParaRPr lang="en-US" sz="8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E7D28A"/>
                </a:solidFill>
              </a:rPr>
              <a:t>ATACADO  </a:t>
            </a:r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R$ 34,99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68980" y="1143000"/>
            <a:ext cx="2697480" cy="507492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9DC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78708" y="1252728"/>
            <a:ext cx="2478024" cy="283464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CE3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3378708" y="2167128"/>
            <a:ext cx="2478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📷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378708" y="2715768"/>
            <a:ext cx="2478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Insira a foto aqui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415284" y="4215384"/>
            <a:ext cx="2404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SUTIÃ REFORÇADO PLUS COM 6 BARBATANAS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15284" y="4837176"/>
            <a:ext cx="2404872" cy="777240"/>
          </a:xfrm>
          <a:prstGeom prst="roundRect">
            <a:avLst>
              <a:gd name="adj" fmla="val 7059"/>
            </a:avLst>
          </a:prstGeom>
          <a:solidFill>
            <a:srgbClr val="0A2260"/>
          </a:solidFill>
          <a:ln/>
        </p:spPr>
      </p:sp>
      <p:sp>
        <p:nvSpPr>
          <p:cNvPr id="17" name="Text 15"/>
          <p:cNvSpPr/>
          <p:nvPr/>
        </p:nvSpPr>
        <p:spPr>
          <a:xfrm>
            <a:off x="3415284" y="4892040"/>
            <a:ext cx="2404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E7D28A"/>
                </a:solidFill>
              </a:rPr>
              <a:t>VAREJO  </a:t>
            </a:r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R$ 78,99</a:t>
            </a:r>
            <a:endParaRPr lang="en-US" sz="8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E7D28A"/>
                </a:solidFill>
              </a:rPr>
              <a:t>ATACADO  </a:t>
            </a:r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R$ 65,80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222492" y="1143000"/>
            <a:ext cx="2697480" cy="507492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9DC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32220" y="1252728"/>
            <a:ext cx="2478024" cy="283464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CE3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6332220" y="2167128"/>
            <a:ext cx="2478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📷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332220" y="2715768"/>
            <a:ext cx="2478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Insira a foto aqui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368796" y="4215384"/>
            <a:ext cx="2404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SUTIÃ REFORÇADO DE 8-BARBATANAS COM RENDA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368796" y="4837176"/>
            <a:ext cx="2404872" cy="777240"/>
          </a:xfrm>
          <a:prstGeom prst="roundRect">
            <a:avLst>
              <a:gd name="adj" fmla="val 7059"/>
            </a:avLst>
          </a:prstGeom>
          <a:solidFill>
            <a:srgbClr val="0A2260"/>
          </a:solidFill>
          <a:ln/>
        </p:spPr>
      </p:sp>
      <p:sp>
        <p:nvSpPr>
          <p:cNvPr id="24" name="Text 22"/>
          <p:cNvSpPr/>
          <p:nvPr/>
        </p:nvSpPr>
        <p:spPr>
          <a:xfrm>
            <a:off x="6368796" y="4892040"/>
            <a:ext cx="2404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E7D28A"/>
                </a:solidFill>
              </a:rPr>
              <a:t>VAREJO  </a:t>
            </a:r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R$ 78,99</a:t>
            </a:r>
            <a:endParaRPr lang="en-US" sz="8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E7D28A"/>
                </a:solidFill>
              </a:rPr>
              <a:t>ATACADO  </a:t>
            </a:r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R$ 65,80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9176004" y="1143000"/>
            <a:ext cx="2697480" cy="507492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9DC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285732" y="1252728"/>
            <a:ext cx="2478024" cy="283464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CE3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9285732" y="2167128"/>
            <a:ext cx="2478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📷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9285732" y="2715768"/>
            <a:ext cx="2478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Insira a foto aqui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9322308" y="4215384"/>
            <a:ext cx="2404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SUTIÃ REFORÇADO S/ BOJO MARGARIDA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9322308" y="4837176"/>
            <a:ext cx="2404872" cy="777240"/>
          </a:xfrm>
          <a:prstGeom prst="roundRect">
            <a:avLst>
              <a:gd name="adj" fmla="val 7059"/>
            </a:avLst>
          </a:prstGeom>
          <a:solidFill>
            <a:srgbClr val="0A2260"/>
          </a:solidFill>
          <a:ln/>
        </p:spPr>
      </p:sp>
      <p:sp>
        <p:nvSpPr>
          <p:cNvPr id="31" name="Text 29"/>
          <p:cNvSpPr/>
          <p:nvPr/>
        </p:nvSpPr>
        <p:spPr>
          <a:xfrm>
            <a:off x="9322308" y="4892040"/>
            <a:ext cx="2404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E7D28A"/>
                </a:solidFill>
              </a:rPr>
              <a:t>VAREJO  </a:t>
            </a:r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R$ 34,99</a:t>
            </a:r>
            <a:endParaRPr lang="en-US" sz="8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E7D28A"/>
                </a:solidFill>
              </a:rPr>
              <a:t>ATACADO  </a:t>
            </a:r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R$ 34,99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JHOOY FASHION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Catálogo Jhooy Fashion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0A22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ATACADO FORTALEZA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1091672" cy="0"/>
          </a:xfrm>
          <a:prstGeom prst="line">
            <a:avLst/>
          </a:prstGeom>
          <a:noFill/>
          <a:ln w="19050">
            <a:solidFill>
              <a:srgbClr val="C9A2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15468" y="1143000"/>
            <a:ext cx="2697480" cy="507492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9DC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5196" y="1252728"/>
            <a:ext cx="2478024" cy="283464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CE3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25196" y="2167128"/>
            <a:ext cx="2478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📷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25196" y="2715768"/>
            <a:ext cx="2478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Insira a foto aqui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61772" y="4215384"/>
            <a:ext cx="2404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FIO DUPLO LISO TOM SECRETO 5005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1772" y="4837176"/>
            <a:ext cx="2404872" cy="777240"/>
          </a:xfrm>
          <a:prstGeom prst="roundRect">
            <a:avLst>
              <a:gd name="adj" fmla="val 7059"/>
            </a:avLst>
          </a:prstGeom>
          <a:solidFill>
            <a:srgbClr val="0A2260"/>
          </a:solidFill>
          <a:ln/>
        </p:spPr>
      </p:sp>
      <p:sp>
        <p:nvSpPr>
          <p:cNvPr id="10" name="Text 8"/>
          <p:cNvSpPr/>
          <p:nvPr/>
        </p:nvSpPr>
        <p:spPr>
          <a:xfrm>
            <a:off x="461772" y="4892040"/>
            <a:ext cx="2404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E7D28A"/>
                </a:solidFill>
              </a:rPr>
              <a:t>VAREJO  </a:t>
            </a:r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R$ 14,99</a:t>
            </a:r>
            <a:endParaRPr lang="en-US" sz="8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E7D28A"/>
                </a:solidFill>
              </a:rPr>
              <a:t>ATACADO  </a:t>
            </a:r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R$ 10,80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68980" y="1143000"/>
            <a:ext cx="2697480" cy="507492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9DC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78708" y="1252728"/>
            <a:ext cx="2478024" cy="283464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CE3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3378708" y="2167128"/>
            <a:ext cx="2478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📷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378708" y="2715768"/>
            <a:ext cx="2478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Insira a foto aqui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415284" y="4215384"/>
            <a:ext cx="2404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SUTIÃ REFORÇADO COM RENDA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15284" y="4837176"/>
            <a:ext cx="2404872" cy="777240"/>
          </a:xfrm>
          <a:prstGeom prst="roundRect">
            <a:avLst>
              <a:gd name="adj" fmla="val 7059"/>
            </a:avLst>
          </a:prstGeom>
          <a:solidFill>
            <a:srgbClr val="0A2260"/>
          </a:solidFill>
          <a:ln/>
        </p:spPr>
      </p:sp>
      <p:sp>
        <p:nvSpPr>
          <p:cNvPr id="17" name="Text 15"/>
          <p:cNvSpPr/>
          <p:nvPr/>
        </p:nvSpPr>
        <p:spPr>
          <a:xfrm>
            <a:off x="3415284" y="4892040"/>
            <a:ext cx="2404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E7D28A"/>
                </a:solidFill>
              </a:rPr>
              <a:t>VAREJO  </a:t>
            </a:r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R$ 59,99</a:t>
            </a:r>
            <a:endParaRPr lang="en-US" sz="8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E7D28A"/>
                </a:solidFill>
              </a:rPr>
              <a:t>ATACADO  </a:t>
            </a:r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R$ 37,80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222492" y="1143000"/>
            <a:ext cx="2697480" cy="507492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9DC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32220" y="1252728"/>
            <a:ext cx="2478024" cy="283464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CE3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6332220" y="2167128"/>
            <a:ext cx="2478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📷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332220" y="2715768"/>
            <a:ext cx="2478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Insira a foto aqui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368796" y="4215384"/>
            <a:ext cx="2404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FIO DUPLO LARGO APAIXONANTE POLIAMIDA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368796" y="4837176"/>
            <a:ext cx="2404872" cy="777240"/>
          </a:xfrm>
          <a:prstGeom prst="roundRect">
            <a:avLst>
              <a:gd name="adj" fmla="val 7059"/>
            </a:avLst>
          </a:prstGeom>
          <a:solidFill>
            <a:srgbClr val="0A2260"/>
          </a:solidFill>
          <a:ln/>
        </p:spPr>
      </p:sp>
      <p:sp>
        <p:nvSpPr>
          <p:cNvPr id="24" name="Text 22"/>
          <p:cNvSpPr/>
          <p:nvPr/>
        </p:nvSpPr>
        <p:spPr>
          <a:xfrm>
            <a:off x="6368796" y="4892040"/>
            <a:ext cx="2404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E7D28A"/>
                </a:solidFill>
              </a:rPr>
              <a:t>VAREJO  </a:t>
            </a:r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R$ 19,99</a:t>
            </a:r>
            <a:endParaRPr lang="en-US" sz="8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E7D28A"/>
                </a:solidFill>
              </a:rPr>
              <a:t>ATACADO  </a:t>
            </a:r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R$ 13,80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9176004" y="1143000"/>
            <a:ext cx="2697480" cy="507492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9DC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285732" y="1252728"/>
            <a:ext cx="2478024" cy="283464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CE3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9285732" y="2167128"/>
            <a:ext cx="2478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📷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9285732" y="2715768"/>
            <a:ext cx="2478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Insira a foto aqui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9322308" y="4215384"/>
            <a:ext cx="2404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CUECA BOX ADULTA UP (CONFORT)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9322308" y="4837176"/>
            <a:ext cx="2404872" cy="777240"/>
          </a:xfrm>
          <a:prstGeom prst="roundRect">
            <a:avLst>
              <a:gd name="adj" fmla="val 7059"/>
            </a:avLst>
          </a:prstGeom>
          <a:solidFill>
            <a:srgbClr val="0A2260"/>
          </a:solidFill>
          <a:ln/>
        </p:spPr>
      </p:sp>
      <p:sp>
        <p:nvSpPr>
          <p:cNvPr id="31" name="Text 29"/>
          <p:cNvSpPr/>
          <p:nvPr/>
        </p:nvSpPr>
        <p:spPr>
          <a:xfrm>
            <a:off x="9322308" y="4892040"/>
            <a:ext cx="2404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E7D28A"/>
                </a:solidFill>
              </a:rPr>
              <a:t>VAREJO  </a:t>
            </a:r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R$ 14,99</a:t>
            </a:r>
            <a:endParaRPr lang="en-US" sz="8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E7D28A"/>
                </a:solidFill>
              </a:rPr>
              <a:t>ATACADO  </a:t>
            </a:r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R$ 11,80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JHOOY FASHION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Catálogo Jhooy Fashion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0A22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ATACADO FORTALEZA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1091672" cy="0"/>
          </a:xfrm>
          <a:prstGeom prst="line">
            <a:avLst/>
          </a:prstGeom>
          <a:noFill/>
          <a:ln w="19050">
            <a:solidFill>
              <a:srgbClr val="C9A2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15468" y="1143000"/>
            <a:ext cx="2697480" cy="507492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9DC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5196" y="1252728"/>
            <a:ext cx="2478024" cy="283464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CE3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25196" y="2167128"/>
            <a:ext cx="2478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📷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25196" y="2715768"/>
            <a:ext cx="2478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Insira a foto aqui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61772" y="4215384"/>
            <a:ext cx="2404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TOMARA QUE CAIA SILICONE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1772" y="4837176"/>
            <a:ext cx="2404872" cy="777240"/>
          </a:xfrm>
          <a:prstGeom prst="roundRect">
            <a:avLst>
              <a:gd name="adj" fmla="val 7059"/>
            </a:avLst>
          </a:prstGeom>
          <a:solidFill>
            <a:srgbClr val="0A2260"/>
          </a:solidFill>
          <a:ln/>
        </p:spPr>
      </p:sp>
      <p:sp>
        <p:nvSpPr>
          <p:cNvPr id="10" name="Text 8"/>
          <p:cNvSpPr/>
          <p:nvPr/>
        </p:nvSpPr>
        <p:spPr>
          <a:xfrm>
            <a:off x="461772" y="4892040"/>
            <a:ext cx="2404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E7D28A"/>
                </a:solidFill>
              </a:rPr>
              <a:t>VAREJO  </a:t>
            </a:r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R$ 34,99</a:t>
            </a:r>
            <a:endParaRPr lang="en-US" sz="8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E7D28A"/>
                </a:solidFill>
              </a:rPr>
              <a:t>ATACADO  </a:t>
            </a:r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R$ 27,80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68980" y="1143000"/>
            <a:ext cx="2697480" cy="507492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9DC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78708" y="1252728"/>
            <a:ext cx="2478024" cy="283464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CE3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3378708" y="2167128"/>
            <a:ext cx="2478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📷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378708" y="2715768"/>
            <a:ext cx="2478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Insira a foto aqui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415284" y="4215384"/>
            <a:ext cx="2404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CALCINHA ABSOLUTA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15284" y="4837176"/>
            <a:ext cx="2404872" cy="777240"/>
          </a:xfrm>
          <a:prstGeom prst="roundRect">
            <a:avLst>
              <a:gd name="adj" fmla="val 7059"/>
            </a:avLst>
          </a:prstGeom>
          <a:solidFill>
            <a:srgbClr val="0A2260"/>
          </a:solidFill>
          <a:ln/>
        </p:spPr>
      </p:sp>
      <p:sp>
        <p:nvSpPr>
          <p:cNvPr id="17" name="Text 15"/>
          <p:cNvSpPr/>
          <p:nvPr/>
        </p:nvSpPr>
        <p:spPr>
          <a:xfrm>
            <a:off x="3415284" y="4892040"/>
            <a:ext cx="2404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E7D28A"/>
                </a:solidFill>
              </a:rPr>
              <a:t>VAREJO  </a:t>
            </a:r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R$ 13,99</a:t>
            </a:r>
            <a:endParaRPr lang="en-US" sz="8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E7D28A"/>
                </a:solidFill>
              </a:rPr>
              <a:t>ATACADO  </a:t>
            </a:r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R$ 13,99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222492" y="1143000"/>
            <a:ext cx="2697480" cy="507492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9DC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32220" y="1252728"/>
            <a:ext cx="2478024" cy="283464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CE3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6332220" y="2167128"/>
            <a:ext cx="2478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📷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332220" y="2715768"/>
            <a:ext cx="2478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Insira a foto aqui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368796" y="4215384"/>
            <a:ext cx="2404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SUTIÃ PALA REFORÇADO PRIME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368796" y="4837176"/>
            <a:ext cx="2404872" cy="777240"/>
          </a:xfrm>
          <a:prstGeom prst="roundRect">
            <a:avLst>
              <a:gd name="adj" fmla="val 7059"/>
            </a:avLst>
          </a:prstGeom>
          <a:solidFill>
            <a:srgbClr val="0A2260"/>
          </a:solidFill>
          <a:ln/>
        </p:spPr>
      </p:sp>
      <p:sp>
        <p:nvSpPr>
          <p:cNvPr id="24" name="Text 22"/>
          <p:cNvSpPr/>
          <p:nvPr/>
        </p:nvSpPr>
        <p:spPr>
          <a:xfrm>
            <a:off x="6368796" y="4892040"/>
            <a:ext cx="2404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E7D28A"/>
                </a:solidFill>
              </a:rPr>
              <a:t>VAREJO  </a:t>
            </a:r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R$ 44,99</a:t>
            </a:r>
            <a:endParaRPr lang="en-US" sz="8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E7D28A"/>
                </a:solidFill>
              </a:rPr>
              <a:t>ATACADO  </a:t>
            </a:r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R$ 34,80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9176004" y="1143000"/>
            <a:ext cx="2697480" cy="507492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9DC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285732" y="1252728"/>
            <a:ext cx="2478024" cy="283464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CE3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9285732" y="2167128"/>
            <a:ext cx="2478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📷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9285732" y="2715768"/>
            <a:ext cx="2478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Insira a foto aqui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9322308" y="4215384"/>
            <a:ext cx="2404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SUTIÃ REFORÇADO ELEGANCE PRIME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9322308" y="4837176"/>
            <a:ext cx="2404872" cy="777240"/>
          </a:xfrm>
          <a:prstGeom prst="roundRect">
            <a:avLst>
              <a:gd name="adj" fmla="val 7059"/>
            </a:avLst>
          </a:prstGeom>
          <a:solidFill>
            <a:srgbClr val="0A2260"/>
          </a:solidFill>
          <a:ln/>
        </p:spPr>
      </p:sp>
      <p:sp>
        <p:nvSpPr>
          <p:cNvPr id="31" name="Text 29"/>
          <p:cNvSpPr/>
          <p:nvPr/>
        </p:nvSpPr>
        <p:spPr>
          <a:xfrm>
            <a:off x="9322308" y="4892040"/>
            <a:ext cx="2404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E7D28A"/>
                </a:solidFill>
              </a:rPr>
              <a:t>VAREJO  </a:t>
            </a:r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R$ 44,99</a:t>
            </a:r>
            <a:endParaRPr lang="en-US" sz="8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E7D28A"/>
                </a:solidFill>
              </a:rPr>
              <a:t>ATACADO  </a:t>
            </a:r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R$ 34,80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JHOOY FASHION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Catálogo Jhooy Fashion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0A22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MASCULINO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1091672" cy="0"/>
          </a:xfrm>
          <a:prstGeom prst="line">
            <a:avLst/>
          </a:prstGeom>
          <a:noFill/>
          <a:ln w="19050">
            <a:solidFill>
              <a:srgbClr val="C9A2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15468" y="1143000"/>
            <a:ext cx="2697480" cy="507492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9DC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5196" y="1252728"/>
            <a:ext cx="2478024" cy="283464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CE3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25196" y="2167128"/>
            <a:ext cx="2478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📷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25196" y="2715768"/>
            <a:ext cx="2478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Insira a foto aqui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61772" y="4215384"/>
            <a:ext cx="2404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CUECA BOX ADULTA RARHOMO (PREMIUM)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1772" y="4837176"/>
            <a:ext cx="2404872" cy="777240"/>
          </a:xfrm>
          <a:prstGeom prst="roundRect">
            <a:avLst>
              <a:gd name="adj" fmla="val 7059"/>
            </a:avLst>
          </a:prstGeom>
          <a:solidFill>
            <a:srgbClr val="0A2260"/>
          </a:solidFill>
          <a:ln/>
        </p:spPr>
      </p:sp>
      <p:sp>
        <p:nvSpPr>
          <p:cNvPr id="10" name="Text 8"/>
          <p:cNvSpPr/>
          <p:nvPr/>
        </p:nvSpPr>
        <p:spPr>
          <a:xfrm>
            <a:off x="461772" y="4892040"/>
            <a:ext cx="2404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E7D28A"/>
                </a:solidFill>
              </a:rPr>
              <a:t>VAREJO  </a:t>
            </a:r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R$ 16,99</a:t>
            </a:r>
            <a:endParaRPr lang="en-US" sz="8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E7D28A"/>
                </a:solidFill>
              </a:rPr>
              <a:t>ATACADO  </a:t>
            </a:r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R$ 13,80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JHOOY FASHION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Catálogo Jhooy Fashion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0A22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LINHA INFANTIL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1091672" cy="0"/>
          </a:xfrm>
          <a:prstGeom prst="line">
            <a:avLst/>
          </a:prstGeom>
          <a:noFill/>
          <a:ln w="19050">
            <a:solidFill>
              <a:srgbClr val="C9A2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15468" y="1143000"/>
            <a:ext cx="2697480" cy="507492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9DC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5196" y="1252728"/>
            <a:ext cx="2478024" cy="283464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CE3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25196" y="2167128"/>
            <a:ext cx="2478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📷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25196" y="2715768"/>
            <a:ext cx="2478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Insira a foto aqui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61772" y="4215384"/>
            <a:ext cx="2404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CALCINHA INFANTIL LIRIO ALGODÃO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1772" y="4837176"/>
            <a:ext cx="2404872" cy="777240"/>
          </a:xfrm>
          <a:prstGeom prst="roundRect">
            <a:avLst>
              <a:gd name="adj" fmla="val 7059"/>
            </a:avLst>
          </a:prstGeom>
          <a:solidFill>
            <a:srgbClr val="0A2260"/>
          </a:solidFill>
          <a:ln/>
        </p:spPr>
      </p:sp>
      <p:sp>
        <p:nvSpPr>
          <p:cNvPr id="10" name="Text 8"/>
          <p:cNvSpPr/>
          <p:nvPr/>
        </p:nvSpPr>
        <p:spPr>
          <a:xfrm>
            <a:off x="461772" y="4892040"/>
            <a:ext cx="2404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E7D28A"/>
                </a:solidFill>
              </a:rPr>
              <a:t>VAREJO  </a:t>
            </a:r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R$ 9,99</a:t>
            </a:r>
            <a:endParaRPr lang="en-US" sz="8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E7D28A"/>
                </a:solidFill>
              </a:rPr>
              <a:t>ATACADO  </a:t>
            </a:r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R$ 7,80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JHOOY FASHION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Catálogo Jhooy Fashion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22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ChatGPT_Image_11_de_jul__de_2026__15_09_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31436" y="502920"/>
            <a:ext cx="2926080" cy="2926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3246120"/>
            <a:ext cx="12188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Gostou? Vamos fechar pedido!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448056" y="397764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071A47"/>
          </a:solidFill>
          <a:ln w="9525">
            <a:solidFill>
              <a:srgbClr val="C9A22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85216" y="4160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E7D2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85216" y="45262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[Insira seu WhatsApp aqui]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3328416" y="397764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071A47"/>
          </a:solidFill>
          <a:ln w="9525">
            <a:solidFill>
              <a:srgbClr val="C9A2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465576" y="4160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E7D2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INSTAGRAM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465576" y="45262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[Insira seu @ aqui]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08776" y="397764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071A47"/>
          </a:solidFill>
          <a:ln w="9525">
            <a:solidFill>
              <a:srgbClr val="C9A22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345936" y="4160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E7D2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PAGAMENTO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345936" y="45262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Pix e Cartão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9089136" y="397764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071A47"/>
          </a:solidFill>
          <a:ln w="9525">
            <a:solidFill>
              <a:srgbClr val="C9A22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226296" y="4160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E7D2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FRETE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9226296" y="45262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Calculado por CEP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731520" y="5806440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E7D2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Pedido mínimo para atacado a combinar — fale com a gente para condições especiais em quantidade.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2026-07-18T19:28:04Z</dcterms:created>
  <dcterms:modified xsi:type="dcterms:W3CDTF">2026-07-18T19:28:04Z</dcterms:modified>
</cp:coreProperties>
</file>